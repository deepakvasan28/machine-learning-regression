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k vasan S" userId="4cf712808abcad0e" providerId="LiveId" clId="{82F88AEE-C2CA-475B-84B9-AF78B4E3846B}"/>
    <pc:docChg chg="custSel modSld">
      <pc:chgData name="Deepak vasan S" userId="4cf712808abcad0e" providerId="LiveId" clId="{82F88AEE-C2CA-475B-84B9-AF78B4E3846B}" dt="2025-12-12T11:33:40.975" v="66" actId="2711"/>
      <pc:docMkLst>
        <pc:docMk/>
      </pc:docMkLst>
      <pc:sldChg chg="delSp modSp mod">
        <pc:chgData name="Deepak vasan S" userId="4cf712808abcad0e" providerId="LiveId" clId="{82F88AEE-C2CA-475B-84B9-AF78B4E3846B}" dt="2025-12-12T11:26:12.327" v="4" actId="113"/>
        <pc:sldMkLst>
          <pc:docMk/>
          <pc:sldMk cId="231603926" sldId="257"/>
        </pc:sldMkLst>
        <pc:spChg chg="del">
          <ac:chgData name="Deepak vasan S" userId="4cf712808abcad0e" providerId="LiveId" clId="{82F88AEE-C2CA-475B-84B9-AF78B4E3846B}" dt="2025-12-12T11:26:02.481" v="1" actId="478"/>
          <ac:spMkLst>
            <pc:docMk/>
            <pc:sldMk cId="231603926" sldId="257"/>
            <ac:spMk id="2" creationId="{22338653-8CB1-DF25-5536-4D4AC430228E}"/>
          </ac:spMkLst>
        </pc:spChg>
        <pc:spChg chg="mod">
          <ac:chgData name="Deepak vasan S" userId="4cf712808abcad0e" providerId="LiveId" clId="{82F88AEE-C2CA-475B-84B9-AF78B4E3846B}" dt="2025-12-12T11:26:12.327" v="4" actId="113"/>
          <ac:spMkLst>
            <pc:docMk/>
            <pc:sldMk cId="231603926" sldId="257"/>
            <ac:spMk id="3" creationId="{187BB969-913D-6FA5-96FC-9C9CCE0FF061}"/>
          </ac:spMkLst>
        </pc:spChg>
      </pc:sldChg>
      <pc:sldChg chg="addSp delSp modSp mod">
        <pc:chgData name="Deepak vasan S" userId="4cf712808abcad0e" providerId="LiveId" clId="{82F88AEE-C2CA-475B-84B9-AF78B4E3846B}" dt="2025-12-12T11:28:28.039" v="12" actId="1076"/>
        <pc:sldMkLst>
          <pc:docMk/>
          <pc:sldMk cId="2224419848" sldId="258"/>
        </pc:sldMkLst>
        <pc:spChg chg="del">
          <ac:chgData name="Deepak vasan S" userId="4cf712808abcad0e" providerId="LiveId" clId="{82F88AEE-C2CA-475B-84B9-AF78B4E3846B}" dt="2025-12-12T11:28:05.886" v="5" actId="478"/>
          <ac:spMkLst>
            <pc:docMk/>
            <pc:sldMk cId="2224419848" sldId="258"/>
            <ac:spMk id="2" creationId="{C3CC1873-D949-C291-5256-06D2F74043F4}"/>
          </ac:spMkLst>
        </pc:spChg>
        <pc:spChg chg="del mod">
          <ac:chgData name="Deepak vasan S" userId="4cf712808abcad0e" providerId="LiveId" clId="{82F88AEE-C2CA-475B-84B9-AF78B4E3846B}" dt="2025-12-12T11:28:10.924" v="7" actId="478"/>
          <ac:spMkLst>
            <pc:docMk/>
            <pc:sldMk cId="2224419848" sldId="258"/>
            <ac:spMk id="3" creationId="{0E047126-C0E0-2CC8-A410-4A036385F39C}"/>
          </ac:spMkLst>
        </pc:spChg>
        <pc:picChg chg="add mod">
          <ac:chgData name="Deepak vasan S" userId="4cf712808abcad0e" providerId="LiveId" clId="{82F88AEE-C2CA-475B-84B9-AF78B4E3846B}" dt="2025-12-12T11:28:28.039" v="12" actId="1076"/>
          <ac:picMkLst>
            <pc:docMk/>
            <pc:sldMk cId="2224419848" sldId="258"/>
            <ac:picMk id="5" creationId="{7AE11A5A-FC87-BFF2-0420-CCD45DA52737}"/>
          </ac:picMkLst>
        </pc:picChg>
      </pc:sldChg>
      <pc:sldChg chg="addSp delSp modSp mod">
        <pc:chgData name="Deepak vasan S" userId="4cf712808abcad0e" providerId="LiveId" clId="{82F88AEE-C2CA-475B-84B9-AF78B4E3846B}" dt="2025-12-12T11:31:27.651" v="41" actId="113"/>
        <pc:sldMkLst>
          <pc:docMk/>
          <pc:sldMk cId="2226676000" sldId="259"/>
        </pc:sldMkLst>
        <pc:spChg chg="del">
          <ac:chgData name="Deepak vasan S" userId="4cf712808abcad0e" providerId="LiveId" clId="{82F88AEE-C2CA-475B-84B9-AF78B4E3846B}" dt="2025-12-12T11:29:11.424" v="13" actId="478"/>
          <ac:spMkLst>
            <pc:docMk/>
            <pc:sldMk cId="2226676000" sldId="259"/>
            <ac:spMk id="2" creationId="{5B70E1E3-02BB-79CD-7752-45CE66883F69}"/>
          </ac:spMkLst>
        </pc:spChg>
        <pc:spChg chg="add del mod">
          <ac:chgData name="Deepak vasan S" userId="4cf712808abcad0e" providerId="LiveId" clId="{82F88AEE-C2CA-475B-84B9-AF78B4E3846B}" dt="2025-12-12T11:31:27.651" v="41" actId="113"/>
          <ac:spMkLst>
            <pc:docMk/>
            <pc:sldMk cId="2226676000" sldId="259"/>
            <ac:spMk id="3" creationId="{8C19C922-46D5-B918-D135-C41B66E2BD1B}"/>
          </ac:spMkLst>
        </pc:spChg>
        <pc:spChg chg="add mod">
          <ac:chgData name="Deepak vasan S" userId="4cf712808abcad0e" providerId="LiveId" clId="{82F88AEE-C2CA-475B-84B9-AF78B4E3846B}" dt="2025-12-12T11:29:29.856" v="17"/>
          <ac:spMkLst>
            <pc:docMk/>
            <pc:sldMk cId="2226676000" sldId="259"/>
            <ac:spMk id="4" creationId="{860CD8F6-EC28-722A-57EE-B1CB32D2466F}"/>
          </ac:spMkLst>
        </pc:spChg>
        <pc:spChg chg="add mod">
          <ac:chgData name="Deepak vasan S" userId="4cf712808abcad0e" providerId="LiveId" clId="{82F88AEE-C2CA-475B-84B9-AF78B4E3846B}" dt="2025-12-12T11:30:06.881" v="19"/>
          <ac:spMkLst>
            <pc:docMk/>
            <pc:sldMk cId="2226676000" sldId="259"/>
            <ac:spMk id="5" creationId="{444BAA44-1811-9547-3D58-F0EAD94DC0A6}"/>
          </ac:spMkLst>
        </pc:spChg>
      </pc:sldChg>
      <pc:sldChg chg="addSp delSp modSp mod">
        <pc:chgData name="Deepak vasan S" userId="4cf712808abcad0e" providerId="LiveId" clId="{82F88AEE-C2CA-475B-84B9-AF78B4E3846B}" dt="2025-12-12T11:33:40.975" v="66" actId="2711"/>
        <pc:sldMkLst>
          <pc:docMk/>
          <pc:sldMk cId="1067103517" sldId="260"/>
        </pc:sldMkLst>
        <pc:spChg chg="mod">
          <ac:chgData name="Deepak vasan S" userId="4cf712808abcad0e" providerId="LiveId" clId="{82F88AEE-C2CA-475B-84B9-AF78B4E3846B}" dt="2025-12-12T11:33:40.975" v="66" actId="2711"/>
          <ac:spMkLst>
            <pc:docMk/>
            <pc:sldMk cId="1067103517" sldId="260"/>
            <ac:spMk id="2" creationId="{44AA87F0-4E13-00BD-B46C-858E3631C69A}"/>
          </ac:spMkLst>
        </pc:spChg>
        <pc:spChg chg="del">
          <ac:chgData name="Deepak vasan S" userId="4cf712808abcad0e" providerId="LiveId" clId="{82F88AEE-C2CA-475B-84B9-AF78B4E3846B}" dt="2025-12-12T11:32:46.095" v="42" actId="22"/>
          <ac:spMkLst>
            <pc:docMk/>
            <pc:sldMk cId="1067103517" sldId="260"/>
            <ac:spMk id="3" creationId="{6D5550CC-72E7-33FF-3B9F-0B36CD6001D8}"/>
          </ac:spMkLst>
        </pc:spChg>
        <pc:picChg chg="add mod ord">
          <ac:chgData name="Deepak vasan S" userId="4cf712808abcad0e" providerId="LiveId" clId="{82F88AEE-C2CA-475B-84B9-AF78B4E3846B}" dt="2025-12-12T11:33:23.609" v="63" actId="1076"/>
          <ac:picMkLst>
            <pc:docMk/>
            <pc:sldMk cId="1067103517" sldId="260"/>
            <ac:picMk id="5" creationId="{77B4CAD4-7953-AEBA-0DF7-E266CD0E485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7D68E-ADFF-5149-6E9C-F4ED9228A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D0E0F-B7AC-AA05-2579-586DEFF08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A550B-36CD-D437-4928-12F8913F4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AB92-0980-4EDD-A442-6058C410EF31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9DE5D-62DB-B0D3-324C-904047D1F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1CAD3-4BA9-B4A5-8549-04A49926E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1D0D7-5D1F-4DC9-BC82-C980F3EC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082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D5ABF-1C3C-1D30-99E0-8A8BF5C71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82ACE-1DAB-2DF9-FAA5-D7DDD97FE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A7603-AD6F-CD46-B417-49BCC36B3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AB92-0980-4EDD-A442-6058C410EF31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E7FE1-B73B-6A27-CCA6-C0927B48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EECD8-E8E5-942E-D28A-EA1B62DEB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1D0D7-5D1F-4DC9-BC82-C980F3EC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802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42FCB-A995-AED1-FEAE-4832CA758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FCBF8-3D7B-8512-F142-7DD973C76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922CB-FC3D-0CDE-2E03-D5F8D562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AB92-0980-4EDD-A442-6058C410EF31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F4F39-4CBB-F415-7F65-0C2616F59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600CE-8096-6798-C8A7-299AE934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1D0D7-5D1F-4DC9-BC82-C980F3EC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127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012D-F4F9-52DC-02EA-41BECAAD7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76C1F-A7C3-ED90-0AB4-54DA1ED828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D1B9F-3266-007E-0D51-1F841F409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7C4B7-676A-96EF-1BC0-683896A26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AB92-0980-4EDD-A442-6058C410EF31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D56C6-471C-4CFC-FE7A-8AAE83ECA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14994-C91E-30FB-AA1F-99BA3F8AC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1D0D7-5D1F-4DC9-BC82-C980F3EC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096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C4596-2903-281F-56BC-08D8ABA83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7EA63-A1CF-2960-C049-394E034AE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2FA584-B07E-2DF8-05E8-615F53BEC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1EB6A-7764-E6BA-1DA6-3CDFC02258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75A809-2052-9A70-F305-AF40BBE85A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ED5F01-D067-3C31-4F96-2C921522F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AB92-0980-4EDD-A442-6058C410EF31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0B4F1A-C77B-451E-7752-D801F7858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18C0E-71CF-B96D-EDFB-80F279CE6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1D0D7-5D1F-4DC9-BC82-C980F3EC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676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38EB-8EBF-D9CF-D56C-5C513F031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8807CF-65A0-A69A-E3F3-288B76CEC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AB92-0980-4EDD-A442-6058C410EF31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FC62B9-C615-2A7A-B558-FE80C2CB1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7D4E19-A949-C88E-8275-E06545810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1D0D7-5D1F-4DC9-BC82-C980F3EC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329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A94C03-8951-A56D-A6F9-D51B93C9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AB92-0980-4EDD-A442-6058C410EF31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E82491-ED08-1730-0E1B-608977EF3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4DDDD-7E56-A2F2-A022-2E840DC54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1D0D7-5D1F-4DC9-BC82-C980F3EC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376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10A69-0FB8-AD6B-785A-600423B0B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5CF4D-9E89-DF0A-A9E0-E3ED673DC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6EF40-CB5E-C059-2F09-82E03A4AB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DEA1A-7449-B9C6-3813-FD6880177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AB92-0980-4EDD-A442-6058C410EF31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28631-4334-2F39-A104-02DF8C9D2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8411A-A5FC-6527-8147-69B1086DF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1D0D7-5D1F-4DC9-BC82-C980F3EC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36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5053-DDE6-B305-96BA-4B4AAEF77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785B39-A2D0-FB4B-799E-68604DCDD9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EFA55-861A-35FA-EF90-EFAB76AC1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80760-AE16-B244-7F33-E85A9DB85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AB92-0980-4EDD-A442-6058C410EF31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B6146-4728-7BB6-0CD0-84473E132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AA597-4D7C-11BC-68D4-6B7A20853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1D0D7-5D1F-4DC9-BC82-C980F3EC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638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9EA-397B-FB2F-6CAE-A06CC0F4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E0A16-5BEC-1099-9DB8-253EAB050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FB80A-984D-E5C7-871B-53374A93F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AB92-0980-4EDD-A442-6058C410EF31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6FCB5-E885-0D06-63A4-296A2C1A4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D596E-019B-048B-70CC-1FA50F080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1D0D7-5D1F-4DC9-BC82-C980F3EC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43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757B33-0EC6-AA81-4069-DE6256F436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F4024C-F6E4-D015-920A-9EEA220AE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05F53-844A-5689-83A5-E3C166DE4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AB92-0980-4EDD-A442-6058C410EF31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22B4A-DE69-7298-10C0-E24A5FA76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329EE-8E53-BA4D-E7B9-A6D3D4031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1D0D7-5D1F-4DC9-BC82-C980F3EC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316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B8EFE7-5C76-21E5-9F12-2BD441867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53E9A-17E0-562E-2F01-CF3305B2C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92AE6-6D2F-43FF-D3D4-61CF390B52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AAB92-0980-4EDD-A442-6058C410EF31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1E9BE-DF1B-C24C-2B58-9166B214AB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3F489-8884-175B-18C1-4274DF561C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1D0D7-5D1F-4DC9-BC82-C980F3EC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85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B3B2C-C873-6E56-A91F-55CF5F0D4D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935" y="215757"/>
            <a:ext cx="11897474" cy="3873358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Arial Black" panose="020B0A04020102020204" pitchFamily="34" charset="0"/>
              </a:rPr>
              <a:t>XG (OR) EXTREME GRADIENT BOOSTING</a:t>
            </a:r>
          </a:p>
        </p:txBody>
      </p:sp>
    </p:spTree>
    <p:extLst>
      <p:ext uri="{BB962C8B-B14F-4D97-AF65-F5344CB8AC3E}">
        <p14:creationId xmlns:p14="http://schemas.microsoft.com/office/powerpoint/2010/main" val="2259791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BB969-913D-6FA5-96FC-9C9CCE0FF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789" y="1825625"/>
            <a:ext cx="11496782" cy="4351338"/>
          </a:xfrm>
        </p:spPr>
        <p:txBody>
          <a:bodyPr/>
          <a:lstStyle/>
          <a:p>
            <a:r>
              <a:rPr lang="en-US" b="1" dirty="0" err="1"/>
              <a:t>XGBoost</a:t>
            </a:r>
            <a:r>
              <a:rPr lang="en-US" b="1" dirty="0"/>
              <a:t> (</a:t>
            </a:r>
            <a:r>
              <a:rPr lang="en-US" b="1" dirty="0" err="1"/>
              <a:t>eXtreme</a:t>
            </a:r>
            <a:r>
              <a:rPr lang="en-US" b="1" dirty="0"/>
              <a:t> Gradient Boosting) regression is a powerful and widely-used machine learning algorithm for predicting </a:t>
            </a:r>
            <a:r>
              <a:rPr lang="en-US" b="1" dirty="0">
                <a:effectLst/>
              </a:rPr>
              <a:t>continuous numeric values</a:t>
            </a:r>
            <a:r>
              <a:rPr lang="en-US" b="1" dirty="0"/>
              <a:t>. It is an optimized implementation of the gradient boosting framework, which builds an ensemble of decision trees sequentially, with each new tree learning to correct the errors (residuals) made by the previous ones. 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1603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E11A5A-FC87-BFF2-0420-CCD45DA52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92" y="59358"/>
            <a:ext cx="10434326" cy="679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419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9C922-46D5-B918-D135-C41B66E2B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83" y="410966"/>
            <a:ext cx="11794733" cy="62672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How It Works:</a:t>
            </a:r>
          </a:p>
          <a:p>
            <a:pPr marL="0" indent="0">
              <a:buNone/>
            </a:pPr>
            <a:r>
              <a:rPr lang="en-US" sz="2400" dirty="0"/>
              <a:t>      The fundamental principle of </a:t>
            </a:r>
            <a:r>
              <a:rPr lang="en-US" sz="2400" dirty="0" err="1"/>
              <a:t>XGBoost</a:t>
            </a:r>
            <a:r>
              <a:rPr lang="en-US" sz="2400" dirty="0"/>
              <a:t> regression is to build trees iteratively, with each new tree attempting to correct the prediction errors (residuals) of all previous trees. 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Initial Prediction: </a:t>
            </a:r>
            <a:r>
              <a:rPr lang="en-US" sz="2400" dirty="0"/>
              <a:t>The process starts with an initial prediction, often the mean of the target variable.</a:t>
            </a:r>
          </a:p>
          <a:p>
            <a:r>
              <a:rPr lang="en-US" sz="2400" b="1" dirty="0"/>
              <a:t>Calculate Residuals: </a:t>
            </a:r>
            <a:r>
              <a:rPr lang="en-US" sz="2400" dirty="0"/>
              <a:t>The errors (residuals) between the actual values and the current predictions are calculated.</a:t>
            </a:r>
          </a:p>
          <a:p>
            <a:r>
              <a:rPr lang="en-US" sz="2400" b="1" dirty="0"/>
              <a:t>Build a New Tree: </a:t>
            </a:r>
            <a:r>
              <a:rPr lang="en-US" sz="2400" dirty="0"/>
              <a:t>A new decision tree is trained to predict these residuals, not the actual target values.</a:t>
            </a:r>
          </a:p>
          <a:p>
            <a:r>
              <a:rPr lang="en-US" sz="2400" b="1" dirty="0"/>
              <a:t>Update Predictions: </a:t>
            </a:r>
            <a:r>
              <a:rPr lang="en-US" sz="2400" dirty="0"/>
              <a:t>The predictions from the new tree are scaled by a learning rate (eta) and added to the ensemble's current predictions, gradually improving accuracy.</a:t>
            </a:r>
          </a:p>
          <a:p>
            <a:r>
              <a:rPr lang="en-US" sz="2400" b="1" dirty="0"/>
              <a:t>Repeat:</a:t>
            </a:r>
            <a:r>
              <a:rPr lang="en-US" sz="2400" dirty="0"/>
              <a:t> Steps 2-4 are repeated until the residuals are minimized or a stopping criterion is met. The final prediction is a weighted sum of all the trees' outputs.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26676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A87F0-4E13-00BD-B46C-858E3631C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Arial Black" panose="020B0A04020102020204" pitchFamily="34" charset="0"/>
              </a:rPr>
              <a:t>FORMULAS: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B4CAD4-7953-AEBA-0DF7-E266CD0E48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8082" y="313211"/>
            <a:ext cx="8155718" cy="61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103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225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Calibri Light</vt:lpstr>
      <vt:lpstr>Office Theme</vt:lpstr>
      <vt:lpstr>XG (OR) EXTREME GRADIENT BOOSTING</vt:lpstr>
      <vt:lpstr>PowerPoint Presentation</vt:lpstr>
      <vt:lpstr>PowerPoint Presentation</vt:lpstr>
      <vt:lpstr>PowerPoint Presentation</vt:lpstr>
      <vt:lpstr>FORMULAS: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vasan S</dc:creator>
  <cp:lastModifiedBy>Deepak vasan S</cp:lastModifiedBy>
  <cp:revision>1</cp:revision>
  <dcterms:created xsi:type="dcterms:W3CDTF">2025-12-12T11:25:23Z</dcterms:created>
  <dcterms:modified xsi:type="dcterms:W3CDTF">2025-12-12T11:33:43Z</dcterms:modified>
</cp:coreProperties>
</file>