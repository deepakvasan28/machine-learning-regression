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vasan S" userId="4cf712808abcad0e" providerId="LiveId" clId="{82F88AEE-C2CA-475B-84B9-AF78B4E3846B}"/>
    <pc:docChg chg="custSel addSld delSld modSld">
      <pc:chgData name="Deepak vasan S" userId="4cf712808abcad0e" providerId="LiveId" clId="{82F88AEE-C2CA-475B-84B9-AF78B4E3846B}" dt="2025-12-12T15:17:46.432" v="72" actId="14100"/>
      <pc:docMkLst>
        <pc:docMk/>
      </pc:docMkLst>
      <pc:sldChg chg="modSp mod">
        <pc:chgData name="Deepak vasan S" userId="4cf712808abcad0e" providerId="LiveId" clId="{82F88AEE-C2CA-475B-84B9-AF78B4E3846B}" dt="2025-12-12T15:08:28.782" v="13" actId="207"/>
        <pc:sldMkLst>
          <pc:docMk/>
          <pc:sldMk cId="2901514764" sldId="256"/>
        </pc:sldMkLst>
        <pc:spChg chg="mod">
          <ac:chgData name="Deepak vasan S" userId="4cf712808abcad0e" providerId="LiveId" clId="{82F88AEE-C2CA-475B-84B9-AF78B4E3846B}" dt="2025-12-12T15:08:28.782" v="13" actId="207"/>
          <ac:spMkLst>
            <pc:docMk/>
            <pc:sldMk cId="2901514764" sldId="256"/>
            <ac:spMk id="2" creationId="{8F5761CB-8127-E51C-7D02-72586D8C20F2}"/>
          </ac:spMkLst>
        </pc:spChg>
      </pc:sldChg>
      <pc:sldChg chg="delSp modSp mod">
        <pc:chgData name="Deepak vasan S" userId="4cf712808abcad0e" providerId="LiveId" clId="{82F88AEE-C2CA-475B-84B9-AF78B4E3846B}" dt="2025-12-12T15:08:04.903" v="2" actId="14100"/>
        <pc:sldMkLst>
          <pc:docMk/>
          <pc:sldMk cId="436767057" sldId="257"/>
        </pc:sldMkLst>
        <pc:spChg chg="del">
          <ac:chgData name="Deepak vasan S" userId="4cf712808abcad0e" providerId="LiveId" clId="{82F88AEE-C2CA-475B-84B9-AF78B4E3846B}" dt="2025-12-12T15:07:56.705" v="0" actId="478"/>
          <ac:spMkLst>
            <pc:docMk/>
            <pc:sldMk cId="436767057" sldId="257"/>
            <ac:spMk id="2" creationId="{ED9AD963-8904-D1C2-1271-69ED29914A09}"/>
          </ac:spMkLst>
        </pc:spChg>
        <pc:spChg chg="mod">
          <ac:chgData name="Deepak vasan S" userId="4cf712808abcad0e" providerId="LiveId" clId="{82F88AEE-C2CA-475B-84B9-AF78B4E3846B}" dt="2025-12-12T15:08:04.903" v="2" actId="14100"/>
          <ac:spMkLst>
            <pc:docMk/>
            <pc:sldMk cId="436767057" sldId="257"/>
            <ac:spMk id="3" creationId="{98E5E96D-6F2C-1A09-65CB-63674F8BC8A7}"/>
          </ac:spMkLst>
        </pc:spChg>
      </pc:sldChg>
      <pc:sldChg chg="addSp delSp modSp new mod">
        <pc:chgData name="Deepak vasan S" userId="4cf712808abcad0e" providerId="LiveId" clId="{82F88AEE-C2CA-475B-84B9-AF78B4E3846B}" dt="2025-12-12T15:11:14.171" v="30" actId="14100"/>
        <pc:sldMkLst>
          <pc:docMk/>
          <pc:sldMk cId="1132501591" sldId="258"/>
        </pc:sldMkLst>
        <pc:spChg chg="del">
          <ac:chgData name="Deepak vasan S" userId="4cf712808abcad0e" providerId="LiveId" clId="{82F88AEE-C2CA-475B-84B9-AF78B4E3846B}" dt="2025-12-12T15:10:09.622" v="18" actId="478"/>
          <ac:spMkLst>
            <pc:docMk/>
            <pc:sldMk cId="1132501591" sldId="258"/>
            <ac:spMk id="2" creationId="{55E6AFEF-7D5B-4979-97C7-0CE81DEB92AC}"/>
          </ac:spMkLst>
        </pc:spChg>
        <pc:spChg chg="del">
          <ac:chgData name="Deepak vasan S" userId="4cf712808abcad0e" providerId="LiveId" clId="{82F88AEE-C2CA-475B-84B9-AF78B4E3846B}" dt="2025-12-12T15:10:12.809" v="19" actId="478"/>
          <ac:spMkLst>
            <pc:docMk/>
            <pc:sldMk cId="1132501591" sldId="258"/>
            <ac:spMk id="3" creationId="{8B954F8E-1464-B0F0-FCA4-9619915B1DFD}"/>
          </ac:spMkLst>
        </pc:spChg>
        <pc:picChg chg="add mod">
          <ac:chgData name="Deepak vasan S" userId="4cf712808abcad0e" providerId="LiveId" clId="{82F88AEE-C2CA-475B-84B9-AF78B4E3846B}" dt="2025-12-12T15:10:46.561" v="26" actId="14100"/>
          <ac:picMkLst>
            <pc:docMk/>
            <pc:sldMk cId="1132501591" sldId="258"/>
            <ac:picMk id="5" creationId="{9796A381-BBB8-EA33-AFB8-62D9FB90695C}"/>
          </ac:picMkLst>
        </pc:picChg>
        <pc:picChg chg="add mod">
          <ac:chgData name="Deepak vasan S" userId="4cf712808abcad0e" providerId="LiveId" clId="{82F88AEE-C2CA-475B-84B9-AF78B4E3846B}" dt="2025-12-12T15:10:49.945" v="27" actId="14100"/>
          <ac:picMkLst>
            <pc:docMk/>
            <pc:sldMk cId="1132501591" sldId="258"/>
            <ac:picMk id="7" creationId="{F811D2DA-9ACA-2BFA-18C4-892A863E7C25}"/>
          </ac:picMkLst>
        </pc:picChg>
        <pc:picChg chg="add mod">
          <ac:chgData name="Deepak vasan S" userId="4cf712808abcad0e" providerId="LiveId" clId="{82F88AEE-C2CA-475B-84B9-AF78B4E3846B}" dt="2025-12-12T15:11:14.171" v="30" actId="14100"/>
          <ac:picMkLst>
            <pc:docMk/>
            <pc:sldMk cId="1132501591" sldId="258"/>
            <ac:picMk id="9" creationId="{F44AA551-D2A7-463B-B0EE-3BB8DBAB2D3E}"/>
          </ac:picMkLst>
        </pc:picChg>
      </pc:sldChg>
      <pc:sldChg chg="addSp delSp modSp new mod">
        <pc:chgData name="Deepak vasan S" userId="4cf712808abcad0e" providerId="LiveId" clId="{82F88AEE-C2CA-475B-84B9-AF78B4E3846B}" dt="2025-12-12T15:13:48.997" v="49" actId="113"/>
        <pc:sldMkLst>
          <pc:docMk/>
          <pc:sldMk cId="4208234015" sldId="259"/>
        </pc:sldMkLst>
        <pc:spChg chg="del">
          <ac:chgData name="Deepak vasan S" userId="4cf712808abcad0e" providerId="LiveId" clId="{82F88AEE-C2CA-475B-84B9-AF78B4E3846B}" dt="2025-12-12T15:12:33.720" v="31" actId="478"/>
          <ac:spMkLst>
            <pc:docMk/>
            <pc:sldMk cId="4208234015" sldId="259"/>
            <ac:spMk id="2" creationId="{FCD4EEAF-CDD8-9859-1D0A-380319EE239A}"/>
          </ac:spMkLst>
        </pc:spChg>
        <pc:spChg chg="add del mod">
          <ac:chgData name="Deepak vasan S" userId="4cf712808abcad0e" providerId="LiveId" clId="{82F88AEE-C2CA-475B-84B9-AF78B4E3846B}" dt="2025-12-12T15:13:48.997" v="49" actId="113"/>
          <ac:spMkLst>
            <pc:docMk/>
            <pc:sldMk cId="4208234015" sldId="259"/>
            <ac:spMk id="3" creationId="{7E90D9D1-68D2-2D59-F3AD-306873734B97}"/>
          </ac:spMkLst>
        </pc:spChg>
        <pc:spChg chg="add mod">
          <ac:chgData name="Deepak vasan S" userId="4cf712808abcad0e" providerId="LiveId" clId="{82F88AEE-C2CA-475B-84B9-AF78B4E3846B}" dt="2025-12-12T15:12:46.233" v="36"/>
          <ac:spMkLst>
            <pc:docMk/>
            <pc:sldMk cId="4208234015" sldId="259"/>
            <ac:spMk id="4" creationId="{EB035E23-C719-8039-F33C-BB45AA5E701A}"/>
          </ac:spMkLst>
        </pc:spChg>
      </pc:sldChg>
      <pc:sldChg chg="addSp delSp modSp new mod">
        <pc:chgData name="Deepak vasan S" userId="4cf712808abcad0e" providerId="LiveId" clId="{82F88AEE-C2CA-475B-84B9-AF78B4E3846B}" dt="2025-12-12T15:17:16.541" v="68" actId="1076"/>
        <pc:sldMkLst>
          <pc:docMk/>
          <pc:sldMk cId="472690722" sldId="260"/>
        </pc:sldMkLst>
        <pc:spChg chg="del">
          <ac:chgData name="Deepak vasan S" userId="4cf712808abcad0e" providerId="LiveId" clId="{82F88AEE-C2CA-475B-84B9-AF78B4E3846B}" dt="2025-12-12T15:16:05.640" v="58" actId="478"/>
          <ac:spMkLst>
            <pc:docMk/>
            <pc:sldMk cId="472690722" sldId="260"/>
            <ac:spMk id="2" creationId="{A7192FC0-8304-9C83-22DF-68BBCFE20724}"/>
          </ac:spMkLst>
        </pc:spChg>
        <pc:spChg chg="del">
          <ac:chgData name="Deepak vasan S" userId="4cf712808abcad0e" providerId="LiveId" clId="{82F88AEE-C2CA-475B-84B9-AF78B4E3846B}" dt="2025-12-12T15:15:36.063" v="50" actId="22"/>
          <ac:spMkLst>
            <pc:docMk/>
            <pc:sldMk cId="472690722" sldId="260"/>
            <ac:spMk id="3" creationId="{042D5711-BE01-FFC4-AB32-4C8B7424FE45}"/>
          </ac:spMkLst>
        </pc:spChg>
        <pc:spChg chg="add del mod">
          <ac:chgData name="Deepak vasan S" userId="4cf712808abcad0e" providerId="LiveId" clId="{82F88AEE-C2CA-475B-84B9-AF78B4E3846B}" dt="2025-12-12T15:16:19.730" v="61" actId="478"/>
          <ac:spMkLst>
            <pc:docMk/>
            <pc:sldMk cId="472690722" sldId="260"/>
            <ac:spMk id="7" creationId="{5CFD3386-EAC7-BECA-C77D-E9B82D83CFF2}"/>
          </ac:spMkLst>
        </pc:spChg>
        <pc:picChg chg="add del mod ord">
          <ac:chgData name="Deepak vasan S" userId="4cf712808abcad0e" providerId="LiveId" clId="{82F88AEE-C2CA-475B-84B9-AF78B4E3846B}" dt="2025-12-12T15:16:15.619" v="60" actId="478"/>
          <ac:picMkLst>
            <pc:docMk/>
            <pc:sldMk cId="472690722" sldId="260"/>
            <ac:picMk id="5" creationId="{7965949E-929D-0579-0C79-8A78490863C8}"/>
          </ac:picMkLst>
        </pc:picChg>
        <pc:picChg chg="add mod">
          <ac:chgData name="Deepak vasan S" userId="4cf712808abcad0e" providerId="LiveId" clId="{82F88AEE-C2CA-475B-84B9-AF78B4E3846B}" dt="2025-12-12T15:17:16.541" v="68" actId="1076"/>
          <ac:picMkLst>
            <pc:docMk/>
            <pc:sldMk cId="472690722" sldId="260"/>
            <ac:picMk id="9" creationId="{0D67B1C6-90FC-8E98-07CB-433894619124}"/>
          </ac:picMkLst>
        </pc:picChg>
      </pc:sldChg>
      <pc:sldChg chg="new del">
        <pc:chgData name="Deepak vasan S" userId="4cf712808abcad0e" providerId="LiveId" clId="{82F88AEE-C2CA-475B-84B9-AF78B4E3846B}" dt="2025-12-12T15:16:23.457" v="62" actId="47"/>
        <pc:sldMkLst>
          <pc:docMk/>
          <pc:sldMk cId="662269634" sldId="261"/>
        </pc:sldMkLst>
      </pc:sldChg>
      <pc:sldChg chg="addSp modSp add mod">
        <pc:chgData name="Deepak vasan S" userId="4cf712808abcad0e" providerId="LiveId" clId="{82F88AEE-C2CA-475B-84B9-AF78B4E3846B}" dt="2025-12-12T15:17:46.432" v="72" actId="14100"/>
        <pc:sldMkLst>
          <pc:docMk/>
          <pc:sldMk cId="4290078610" sldId="261"/>
        </pc:sldMkLst>
        <pc:picChg chg="add mod">
          <ac:chgData name="Deepak vasan S" userId="4cf712808abcad0e" providerId="LiveId" clId="{82F88AEE-C2CA-475B-84B9-AF78B4E3846B}" dt="2025-12-12T15:17:46.432" v="72" actId="14100"/>
          <ac:picMkLst>
            <pc:docMk/>
            <pc:sldMk cId="4290078610" sldId="261"/>
            <ac:picMk id="3" creationId="{D5C5E336-E484-500F-7741-86CCD23D0B7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D946-3BD5-BAC8-D767-3A229C3F3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D808B-8CBF-E031-F03F-E3A1D7ABD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287CC-0B68-1341-337D-E7F155E64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297F-0248-4130-AAF2-1E8A1537663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C8C84-0F8E-DC65-F8E1-1101FD2A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EA2AE-DC39-C63C-55AF-ADA7D1F9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500D-30E9-4161-A3E7-5D20D2A6F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57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397A-3D1F-F696-4486-ED694605C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7F2DD-EF04-073E-BAA7-6F58E9B3E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ABE29-995A-BC6F-F74E-3ED8988A2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297F-0248-4130-AAF2-1E8A1537663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73537-19AC-F099-8934-0C1F7A516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37EEB-1EDE-C7E4-4290-08EA7CC9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500D-30E9-4161-A3E7-5D20D2A6F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619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C104A-4D20-55AB-7656-72D650004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D2E33-95BC-C92F-A5E2-2D6528BE3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3CBD9-9A73-798A-09B5-C2C6F7DF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297F-0248-4130-AAF2-1E8A1537663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0C64F-7B7A-A59C-2949-3A981B40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1CE0C-3A0B-CD71-D165-C17CB3137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500D-30E9-4161-A3E7-5D20D2A6F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092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32B52-20CD-3C7A-FACE-C029B300A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B57F1-904D-7199-227C-5746FB219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7BF25-2C7B-19FE-3C58-AFEACB89A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8B17E-8DE4-2F6C-9159-E49EBA663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297F-0248-4130-AAF2-1E8A1537663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C437E-D56E-8276-166F-C137186D5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DEB72-47F8-6582-BDB1-7F957216E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500D-30E9-4161-A3E7-5D20D2A6F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5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A23EA-4F73-7460-C0B1-73ED8636B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4A258-CAA4-65CE-4505-B4CD4AA5A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DFBFA-A30A-E387-584A-272FB3C52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B9879-CE08-6438-AFCA-2188C7F71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CE52C1-CC54-5C4D-64B5-E05F6E772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A2136E-B571-FF61-27BF-C834CCC56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297F-0248-4130-AAF2-1E8A1537663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D5C72-5C7D-28DA-6E94-BA978F14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79A218-A7C4-63C1-2E56-85347C3AD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500D-30E9-4161-A3E7-5D20D2A6F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78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AC49B-5DFC-233A-FB76-6E1D3F67E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5EA70-B6F2-0F74-D69F-9818AE86E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297F-0248-4130-AAF2-1E8A1537663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93EC21-CC04-82C6-F849-D4F90F3DB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8B30E6-21E9-11A7-CFEF-B7347D855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500D-30E9-4161-A3E7-5D20D2A6F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93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FCD746-2B2E-3912-5F85-57E969C83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297F-0248-4130-AAF2-1E8A1537663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899CB-3751-520A-6720-21B9615A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2C5E7-7330-33ED-A18A-FA62C070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500D-30E9-4161-A3E7-5D20D2A6F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3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BC0A1-10D3-A469-E889-88D5D4F5D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4FCCD-C53F-6CB1-319C-1ECECA1B6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18E16-AF8A-204A-4933-20AABB5E4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DC96A-1EEE-458A-359E-5706D37D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297F-0248-4130-AAF2-1E8A1537663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210D2-AFDE-2F3A-38EC-D9A56CEC2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B8A54-3E3E-9C69-A147-FF96BFCB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500D-30E9-4161-A3E7-5D20D2A6F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066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5CF5-3C88-6C50-6AE0-C03CEC971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379664-52AB-F9AB-9C7E-C928E5B44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C52B2-AB92-1A3A-95FB-FDA8D5D1C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FA8F5-F2EB-3392-1A10-5FFC341E8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297F-0248-4130-AAF2-1E8A1537663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FE2CF-FCB3-ECE5-A66C-3B91CD09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2D828-3BE2-8A03-4098-13C942CD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500D-30E9-4161-A3E7-5D20D2A6F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803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EE91A-E271-0F3B-1779-5E7C8E42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B9F7D-D7EB-EDEC-12C1-A2FF915B0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2845-7DC1-392A-B39B-FA6D1A61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297F-0248-4130-AAF2-1E8A1537663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C80F4-8417-670A-3C06-AD3B1A98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0A4AC-6256-0115-1E1D-1824D842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500D-30E9-4161-A3E7-5D20D2A6F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001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1D457F-749D-15A2-CF9C-EC6F2555D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5583B-9A91-83BF-D029-09A5BC964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F0EC9-43A1-C6C6-AAD9-5252DC877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297F-0248-4130-AAF2-1E8A1537663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7E14E-1C31-F051-123C-7AD3DF81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D6622-027D-475B-1985-F028CAB9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500D-30E9-4161-A3E7-5D20D2A6F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40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F39EB-0529-2BA8-F0D7-8A46DE31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74F3D-8245-36B6-2D41-001A95AA2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92E9F-8AFD-34B5-D5A7-648D9A3BE1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8297F-0248-4130-AAF2-1E8A1537663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C4CB5-8F0A-D4FA-6134-45EEF436A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49DF9-CA52-AA58-E45D-E19A74254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B500D-30E9-4161-A3E7-5D20D2A6F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63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761CB-8127-E51C-7D02-72586D8C2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87" y="195209"/>
            <a:ext cx="11794732" cy="5075434"/>
          </a:xfrm>
        </p:spPr>
        <p:txBody>
          <a:bodyPr>
            <a:normAutofit/>
          </a:bodyPr>
          <a:lstStyle/>
          <a:p>
            <a:r>
              <a:rPr lang="en-IN" sz="9600" b="1" dirty="0">
                <a:solidFill>
                  <a:srgbClr val="FF0000"/>
                </a:solidFill>
                <a:latin typeface="Arial Black" panose="020B0A04020102020204" pitchFamily="34" charset="0"/>
              </a:rPr>
              <a:t>LG BOOSTING</a:t>
            </a:r>
            <a:br>
              <a:rPr lang="en-IN" sz="9600" b="1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IN" sz="9600" b="1" dirty="0">
                <a:solidFill>
                  <a:srgbClr val="FF0000"/>
                </a:solidFill>
                <a:latin typeface="Arial Black" panose="020B0A04020102020204" pitchFamily="34" charset="0"/>
              </a:rPr>
              <a:t>(or)</a:t>
            </a:r>
            <a:br>
              <a:rPr lang="en-IN" sz="9600" b="1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sz="9600" b="1" dirty="0">
                <a:solidFill>
                  <a:srgbClr val="FF0000"/>
                </a:solidFill>
                <a:effectLst/>
              </a:rPr>
              <a:t>Light Gradient Boosting</a:t>
            </a:r>
            <a:endParaRPr lang="en-IN" sz="96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514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5E96D-6F2C-1A09-65CB-63674F8BC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35" y="1736333"/>
            <a:ext cx="11815281" cy="4440630"/>
          </a:xfrm>
        </p:spPr>
        <p:txBody>
          <a:bodyPr/>
          <a:lstStyle/>
          <a:p>
            <a:r>
              <a:rPr lang="en-US" dirty="0"/>
              <a:t>The "LG boost algorithm" is most likely referring to the </a:t>
            </a:r>
            <a:r>
              <a:rPr lang="en-US" b="1" dirty="0">
                <a:effectLst/>
              </a:rPr>
              <a:t>Light Gradient Boosting Machine</a:t>
            </a:r>
            <a:r>
              <a:rPr lang="en-US" dirty="0"/>
              <a:t>, or </a:t>
            </a:r>
            <a:r>
              <a:rPr lang="en-US" b="1" dirty="0" err="1">
                <a:effectLst/>
              </a:rPr>
              <a:t>LightGBM</a:t>
            </a:r>
            <a:r>
              <a:rPr lang="en-US" dirty="0"/>
              <a:t>, an efficient, high-performance machine learning framework developed by Microsoft. It is a gradient boosting algorithm that uses decision trees as weak learners, but with key innovations that make it significantly faster than other implementations like </a:t>
            </a:r>
            <a:r>
              <a:rPr lang="en-US" dirty="0" err="1"/>
              <a:t>XGBoost</a:t>
            </a:r>
            <a:r>
              <a:rPr lang="en-US" dirty="0"/>
              <a:t>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676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96A381-BBB8-EA33-AFB8-62D9FB906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25" y="261408"/>
            <a:ext cx="5365842" cy="2693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11D2DA-9ACA-2BFA-18C4-892A863E7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25" y="3092521"/>
            <a:ext cx="7421952" cy="3638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4AA551-D2A7-463B-B0EE-3BB8DBAB2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354" y="261408"/>
            <a:ext cx="5458671" cy="269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01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0D9D1-68D2-2D59-F3AD-306873734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661" y="174660"/>
            <a:ext cx="11856377" cy="65035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Core Mechanism: Gradient Boosting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sz="2400" dirty="0"/>
              <a:t>At its foundation, </a:t>
            </a:r>
            <a:r>
              <a:rPr lang="en-US" sz="2400" dirty="0" err="1"/>
              <a:t>LightGBM</a:t>
            </a:r>
            <a:r>
              <a:rPr lang="en-US" sz="2400" dirty="0"/>
              <a:t> is a gradient boosting algorithm. This method works by: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Initial Prediction</a:t>
            </a:r>
            <a:r>
              <a:rPr lang="en-US" sz="2400" dirty="0"/>
              <a:t>: Starting with a simple initial model (usually the mean of the target variable).</a:t>
            </a:r>
          </a:p>
          <a:p>
            <a:r>
              <a:rPr lang="en-US" sz="2400" b="1" dirty="0"/>
              <a:t>Iterative Correction</a:t>
            </a:r>
            <a:r>
              <a:rPr lang="en-US" sz="2400" dirty="0"/>
              <a:t>: Sequentially adding new, "weak" decision trees to the model. Each new tree is trained to predict the residuals (errors) made by the combined predictions of all previous trees.</a:t>
            </a:r>
          </a:p>
          <a:p>
            <a:r>
              <a:rPr lang="en-US" sz="2400" b="1" dirty="0"/>
              <a:t>Minimizing Loss</a:t>
            </a:r>
            <a:r>
              <a:rPr lang="en-US" sz="2400" dirty="0"/>
              <a:t>: Using gradient descent to minimize a predefined loss function (e.g., mean squared error for regression) with each added tree, ensuring that each step moves the model closer to an accurate prediction.</a:t>
            </a:r>
          </a:p>
          <a:p>
            <a:r>
              <a:rPr lang="en-US" sz="2400" b="1" dirty="0"/>
              <a:t>Final Model</a:t>
            </a:r>
            <a:r>
              <a:rPr lang="en-US" sz="2400" dirty="0"/>
              <a:t>: The final prediction is the weighted sum of all the weak learners' predictions, scaled by a </a:t>
            </a:r>
            <a:r>
              <a:rPr lang="en-US" sz="2400" dirty="0" err="1"/>
              <a:t>learning_rate</a:t>
            </a:r>
            <a:r>
              <a:rPr lang="en-US" sz="2400" dirty="0"/>
              <a:t> to prevent overfitting.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08234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D67B1C6-90FC-8E98-07CB-433894619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61" y="172629"/>
            <a:ext cx="8543068" cy="651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90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378C-612A-F102-D351-748EA9E75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C5E336-E484-500F-7741-86CCD23D0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31" y="276916"/>
            <a:ext cx="9843293" cy="573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078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217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LG BOOSTING (or) Light Gradient Boosting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vasan S</dc:creator>
  <cp:lastModifiedBy>Deepak vasan S</cp:lastModifiedBy>
  <cp:revision>1</cp:revision>
  <dcterms:created xsi:type="dcterms:W3CDTF">2025-12-12T15:07:51Z</dcterms:created>
  <dcterms:modified xsi:type="dcterms:W3CDTF">2025-12-12T15:17:48Z</dcterms:modified>
</cp:coreProperties>
</file>