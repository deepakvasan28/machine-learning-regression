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7"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vasan S" userId="4cf712808abcad0e" providerId="LiveId" clId="{82F88AEE-C2CA-475B-84B9-AF78B4E3846B}"/>
    <pc:docChg chg="undo custSel addSld delSld modSld sldOrd">
      <pc:chgData name="Deepak vasan S" userId="4cf712808abcad0e" providerId="LiveId" clId="{82F88AEE-C2CA-475B-84B9-AF78B4E3846B}" dt="2025-12-12T10:32:55.276" v="109" actId="47"/>
      <pc:docMkLst>
        <pc:docMk/>
      </pc:docMkLst>
      <pc:sldChg chg="delSp modSp mod">
        <pc:chgData name="Deepak vasan S" userId="4cf712808abcad0e" providerId="LiveId" clId="{82F88AEE-C2CA-475B-84B9-AF78B4E3846B}" dt="2025-12-12T09:51:16.750" v="54" actId="14100"/>
        <pc:sldMkLst>
          <pc:docMk/>
          <pc:sldMk cId="605185000" sldId="256"/>
        </pc:sldMkLst>
        <pc:spChg chg="mod">
          <ac:chgData name="Deepak vasan S" userId="4cf712808abcad0e" providerId="LiveId" clId="{82F88AEE-C2CA-475B-84B9-AF78B4E3846B}" dt="2025-12-12T09:51:16.750" v="54" actId="14100"/>
          <ac:spMkLst>
            <pc:docMk/>
            <pc:sldMk cId="605185000" sldId="256"/>
            <ac:spMk id="2" creationId="{351DF236-0E49-59DF-6F1E-9433E8A0A0DA}"/>
          </ac:spMkLst>
        </pc:spChg>
        <pc:spChg chg="del">
          <ac:chgData name="Deepak vasan S" userId="4cf712808abcad0e" providerId="LiveId" clId="{82F88AEE-C2CA-475B-84B9-AF78B4E3846B}" dt="2025-12-12T09:50:16.555" v="42" actId="478"/>
          <ac:spMkLst>
            <pc:docMk/>
            <pc:sldMk cId="605185000" sldId="256"/>
            <ac:spMk id="3" creationId="{7D2C501E-6EB2-13D4-1073-8D5A493A50FD}"/>
          </ac:spMkLst>
        </pc:spChg>
      </pc:sldChg>
      <pc:sldChg chg="addSp delSp modSp mod">
        <pc:chgData name="Deepak vasan S" userId="4cf712808abcad0e" providerId="LiveId" clId="{82F88AEE-C2CA-475B-84B9-AF78B4E3846B}" dt="2025-12-12T09:52:11.134" v="67" actId="14100"/>
        <pc:sldMkLst>
          <pc:docMk/>
          <pc:sldMk cId="790622611" sldId="257"/>
        </pc:sldMkLst>
        <pc:spChg chg="del">
          <ac:chgData name="Deepak vasan S" userId="4cf712808abcad0e" providerId="LiveId" clId="{82F88AEE-C2CA-475B-84B9-AF78B4E3846B}" dt="2025-12-12T09:51:39.461" v="57" actId="478"/>
          <ac:spMkLst>
            <pc:docMk/>
            <pc:sldMk cId="790622611" sldId="257"/>
            <ac:spMk id="2" creationId="{A25C3ADB-6548-7D6E-8B7A-B498148A4096}"/>
          </ac:spMkLst>
        </pc:spChg>
        <pc:spChg chg="del">
          <ac:chgData name="Deepak vasan S" userId="4cf712808abcad0e" providerId="LiveId" clId="{82F88AEE-C2CA-475B-84B9-AF78B4E3846B}" dt="2025-12-12T09:51:33.644" v="55" actId="478"/>
          <ac:spMkLst>
            <pc:docMk/>
            <pc:sldMk cId="790622611" sldId="257"/>
            <ac:spMk id="3" creationId="{91519922-5046-C279-5EF4-2C41F3BA7F69}"/>
          </ac:spMkLst>
        </pc:spChg>
        <pc:picChg chg="add mod">
          <ac:chgData name="Deepak vasan S" userId="4cf712808abcad0e" providerId="LiveId" clId="{82F88AEE-C2CA-475B-84B9-AF78B4E3846B}" dt="2025-12-12T09:52:11.134" v="67" actId="14100"/>
          <ac:picMkLst>
            <pc:docMk/>
            <pc:sldMk cId="790622611" sldId="257"/>
            <ac:picMk id="4" creationId="{EFDF7B1E-1CE2-B93D-F119-AF6528193B7A}"/>
          </ac:picMkLst>
        </pc:picChg>
      </pc:sldChg>
      <pc:sldChg chg="delSp modSp mod">
        <pc:chgData name="Deepak vasan S" userId="4cf712808abcad0e" providerId="LiveId" clId="{82F88AEE-C2CA-475B-84B9-AF78B4E3846B}" dt="2025-12-12T10:03:46.660" v="75" actId="20577"/>
        <pc:sldMkLst>
          <pc:docMk/>
          <pc:sldMk cId="596238096" sldId="258"/>
        </pc:sldMkLst>
        <pc:spChg chg="del">
          <ac:chgData name="Deepak vasan S" userId="4cf712808abcad0e" providerId="LiveId" clId="{82F88AEE-C2CA-475B-84B9-AF78B4E3846B}" dt="2025-12-12T10:03:19.355" v="68" actId="478"/>
          <ac:spMkLst>
            <pc:docMk/>
            <pc:sldMk cId="596238096" sldId="258"/>
            <ac:spMk id="2" creationId="{3ACEFDF4-EB63-C955-0C25-82B283FF913B}"/>
          </ac:spMkLst>
        </pc:spChg>
        <pc:spChg chg="mod">
          <ac:chgData name="Deepak vasan S" userId="4cf712808abcad0e" providerId="LiveId" clId="{82F88AEE-C2CA-475B-84B9-AF78B4E3846B}" dt="2025-12-12T10:03:46.660" v="75" actId="20577"/>
          <ac:spMkLst>
            <pc:docMk/>
            <pc:sldMk cId="596238096" sldId="258"/>
            <ac:spMk id="3" creationId="{9654C452-EAE2-4524-EEB6-4513DEC095B9}"/>
          </ac:spMkLst>
        </pc:spChg>
      </pc:sldChg>
      <pc:sldChg chg="addSp delSp modSp mod">
        <pc:chgData name="Deepak vasan S" userId="4cf712808abcad0e" providerId="LiveId" clId="{82F88AEE-C2CA-475B-84B9-AF78B4E3846B}" dt="2025-12-12T10:30:18.288" v="97" actId="1076"/>
        <pc:sldMkLst>
          <pc:docMk/>
          <pc:sldMk cId="965403066" sldId="259"/>
        </pc:sldMkLst>
        <pc:spChg chg="del">
          <ac:chgData name="Deepak vasan S" userId="4cf712808abcad0e" providerId="LiveId" clId="{82F88AEE-C2CA-475B-84B9-AF78B4E3846B}" dt="2025-12-12T10:05:51.681" v="76" actId="478"/>
          <ac:spMkLst>
            <pc:docMk/>
            <pc:sldMk cId="965403066" sldId="259"/>
            <ac:spMk id="2" creationId="{C383B877-9E13-4211-B4BF-83A67E421CA7}"/>
          </ac:spMkLst>
        </pc:spChg>
        <pc:spChg chg="add del mod">
          <ac:chgData name="Deepak vasan S" userId="4cf712808abcad0e" providerId="LiveId" clId="{82F88AEE-C2CA-475B-84B9-AF78B4E3846B}" dt="2025-12-12T10:29:50.401" v="88" actId="478"/>
          <ac:spMkLst>
            <pc:docMk/>
            <pc:sldMk cId="965403066" sldId="259"/>
            <ac:spMk id="3" creationId="{03FA931D-CD7B-82F5-F658-EAC71C52F93F}"/>
          </ac:spMkLst>
        </pc:spChg>
        <pc:spChg chg="add mod">
          <ac:chgData name="Deepak vasan S" userId="4cf712808abcad0e" providerId="LiveId" clId="{82F88AEE-C2CA-475B-84B9-AF78B4E3846B}" dt="2025-12-12T10:06:06.438" v="81"/>
          <ac:spMkLst>
            <pc:docMk/>
            <pc:sldMk cId="965403066" sldId="259"/>
            <ac:spMk id="4" creationId="{67197568-D508-1119-7187-0E06BCA4A105}"/>
          </ac:spMkLst>
        </pc:spChg>
        <pc:picChg chg="add del mod">
          <ac:chgData name="Deepak vasan S" userId="4cf712808abcad0e" providerId="LiveId" clId="{82F88AEE-C2CA-475B-84B9-AF78B4E3846B}" dt="2025-12-12T10:29:50.401" v="88" actId="478"/>
          <ac:picMkLst>
            <pc:docMk/>
            <pc:sldMk cId="965403066" sldId="259"/>
            <ac:picMk id="6" creationId="{009EC2FF-4C57-5AF8-DED8-7821399C0588}"/>
          </ac:picMkLst>
        </pc:picChg>
        <pc:picChg chg="add mod">
          <ac:chgData name="Deepak vasan S" userId="4cf712808abcad0e" providerId="LiveId" clId="{82F88AEE-C2CA-475B-84B9-AF78B4E3846B}" dt="2025-12-12T10:30:18.288" v="97" actId="1076"/>
          <ac:picMkLst>
            <pc:docMk/>
            <pc:sldMk cId="965403066" sldId="259"/>
            <ac:picMk id="8" creationId="{FC6558C8-C524-3059-D144-02CDC022520E}"/>
          </ac:picMkLst>
        </pc:picChg>
      </pc:sldChg>
      <pc:sldChg chg="del">
        <pc:chgData name="Deepak vasan S" userId="4cf712808abcad0e" providerId="LiveId" clId="{82F88AEE-C2CA-475B-84B9-AF78B4E3846B}" dt="2025-12-12T10:31:18.183" v="99" actId="47"/>
        <pc:sldMkLst>
          <pc:docMk/>
          <pc:sldMk cId="1019202832" sldId="260"/>
        </pc:sldMkLst>
      </pc:sldChg>
      <pc:sldChg chg="del">
        <pc:chgData name="Deepak vasan S" userId="4cf712808abcad0e" providerId="LiveId" clId="{82F88AEE-C2CA-475B-84B9-AF78B4E3846B}" dt="2025-12-12T10:31:17.677" v="98" actId="47"/>
        <pc:sldMkLst>
          <pc:docMk/>
          <pc:sldMk cId="2110472221" sldId="261"/>
        </pc:sldMkLst>
      </pc:sldChg>
      <pc:sldChg chg="delSp modSp mod ord">
        <pc:chgData name="Deepak vasan S" userId="4cf712808abcad0e" providerId="LiveId" clId="{82F88AEE-C2CA-475B-84B9-AF78B4E3846B}" dt="2025-12-12T09:49:51.503" v="36"/>
        <pc:sldMkLst>
          <pc:docMk/>
          <pc:sldMk cId="660031932" sldId="262"/>
        </pc:sldMkLst>
        <pc:spChg chg="mod">
          <ac:chgData name="Deepak vasan S" userId="4cf712808abcad0e" providerId="LiveId" clId="{82F88AEE-C2CA-475B-84B9-AF78B4E3846B}" dt="2025-12-12T09:47:34.748" v="34" actId="14100"/>
          <ac:spMkLst>
            <pc:docMk/>
            <pc:sldMk cId="660031932" sldId="262"/>
            <ac:spMk id="2" creationId="{C071EEC4-6CBD-F210-05A1-B07664E679FB}"/>
          </ac:spMkLst>
        </pc:spChg>
        <pc:spChg chg="del">
          <ac:chgData name="Deepak vasan S" userId="4cf712808abcad0e" providerId="LiveId" clId="{82F88AEE-C2CA-475B-84B9-AF78B4E3846B}" dt="2025-12-12T09:47:29.254" v="33" actId="478"/>
          <ac:spMkLst>
            <pc:docMk/>
            <pc:sldMk cId="660031932" sldId="262"/>
            <ac:spMk id="3" creationId="{1A3C538D-69DE-2CB8-F5BB-5E4940257ABF}"/>
          </ac:spMkLst>
        </pc:spChg>
      </pc:sldChg>
      <pc:sldChg chg="addSp delSp modSp new del mod">
        <pc:chgData name="Deepak vasan S" userId="4cf712808abcad0e" providerId="LiveId" clId="{82F88AEE-C2CA-475B-84B9-AF78B4E3846B}" dt="2025-12-12T10:32:55.276" v="109" actId="47"/>
        <pc:sldMkLst>
          <pc:docMk/>
          <pc:sldMk cId="1126764742" sldId="263"/>
        </pc:sldMkLst>
        <pc:spChg chg="add del mod">
          <ac:chgData name="Deepak vasan S" userId="4cf712808abcad0e" providerId="LiveId" clId="{82F88AEE-C2CA-475B-84B9-AF78B4E3846B}" dt="2025-12-12T10:32:18.311" v="108" actId="14100"/>
          <ac:spMkLst>
            <pc:docMk/>
            <pc:sldMk cId="1126764742" sldId="263"/>
            <ac:spMk id="2" creationId="{BEF8D2BB-0A13-3967-7A09-B3C35239832C}"/>
          </ac:spMkLst>
        </pc:spChg>
        <pc:spChg chg="del">
          <ac:chgData name="Deepak vasan S" userId="4cf712808abcad0e" providerId="LiveId" clId="{82F88AEE-C2CA-475B-84B9-AF78B4E3846B}" dt="2025-12-12T10:32:00.601" v="103" actId="478"/>
          <ac:spMkLst>
            <pc:docMk/>
            <pc:sldMk cId="1126764742" sldId="263"/>
            <ac:spMk id="3" creationId="{38F41EFB-D9DC-FC01-66FA-AC1CA195F2A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1CA8D-D64D-6B36-F043-E95B9AAEA9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7FA2BA-D5FB-36A4-6D09-83AE52E9A9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93DF348-EE28-7F1A-9D79-B53D16DA9F89}"/>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5" name="Footer Placeholder 4">
            <a:extLst>
              <a:ext uri="{FF2B5EF4-FFF2-40B4-BE49-F238E27FC236}">
                <a16:creationId xmlns:a16="http://schemas.microsoft.com/office/drawing/2014/main" id="{4907A2ED-74BE-E2D0-40D3-5D6F4133DA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38CE09-AEEE-1C75-8CDD-E04B0650BA2C}"/>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3651363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F6A99-4F96-8FBC-B637-7AAFC17C34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8ED0FB-0C9C-667E-2311-DB4F7A3713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D4B977-E8A7-1405-B1E6-306F4AA5B738}"/>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5" name="Footer Placeholder 4">
            <a:extLst>
              <a:ext uri="{FF2B5EF4-FFF2-40B4-BE49-F238E27FC236}">
                <a16:creationId xmlns:a16="http://schemas.microsoft.com/office/drawing/2014/main" id="{3FE9AE2E-EEF7-A08B-6A08-3FBEABDD16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A4AA4E-169D-D04D-B552-19ECDEDDD4B2}"/>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1166682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010D2-8135-7F25-C940-22E757A00F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E8C666F-9398-67F8-865A-5CA63ADE55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7C0125-9802-9B4B-CBC4-9FED023E7C85}"/>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5" name="Footer Placeholder 4">
            <a:extLst>
              <a:ext uri="{FF2B5EF4-FFF2-40B4-BE49-F238E27FC236}">
                <a16:creationId xmlns:a16="http://schemas.microsoft.com/office/drawing/2014/main" id="{47757EB2-DFF9-293D-5864-9352E9DA35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EECDA7-DB4D-B4A2-DF75-647C03979BFD}"/>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4134562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93B06-366D-0D4F-F1C8-9A52826D2A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C9A1B1-445C-BC4D-B404-0EC0725EC1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5954CB-D710-99CE-E4F0-CAF63E4992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6BFA6D-7C34-5924-D661-9D317FA4C1C1}"/>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6" name="Footer Placeholder 5">
            <a:extLst>
              <a:ext uri="{FF2B5EF4-FFF2-40B4-BE49-F238E27FC236}">
                <a16:creationId xmlns:a16="http://schemas.microsoft.com/office/drawing/2014/main" id="{BF6C199D-17E9-C52F-4345-E3F7C2FE44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1196DD-1C73-F2D0-EE4F-ABC40A6E74FB}"/>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2792851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1596A-BAE5-0C9C-8329-0EBBF478E1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51F894-635F-0D08-1302-A4127CA5EA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E2054B-485B-0E28-09E2-49E7142255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675E54-7CE4-1F4F-150F-10B3BFD8E5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6C08FC-6FCC-00F1-0B8A-E8FAE2CF2D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B329930-CC9C-BB41-5BF2-566C57EA4E0F}"/>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8" name="Footer Placeholder 7">
            <a:extLst>
              <a:ext uri="{FF2B5EF4-FFF2-40B4-BE49-F238E27FC236}">
                <a16:creationId xmlns:a16="http://schemas.microsoft.com/office/drawing/2014/main" id="{44772FC4-B097-6842-4E46-6B2C245068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2AE6EC9-77B3-835B-25FC-4BA0CEFE08D7}"/>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2860966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C2510-C07E-D314-C97E-5B6A315942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FD781C-B65B-999D-0850-3C796ED965F6}"/>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4" name="Footer Placeholder 3">
            <a:extLst>
              <a:ext uri="{FF2B5EF4-FFF2-40B4-BE49-F238E27FC236}">
                <a16:creationId xmlns:a16="http://schemas.microsoft.com/office/drawing/2014/main" id="{7A87B704-B346-2FB3-BB37-6290124D34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E05807-2E38-4330-F072-23A1D6285E2D}"/>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3930428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CD2D87-3B5D-F66F-6562-8BFB9520B615}"/>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3" name="Footer Placeholder 2">
            <a:extLst>
              <a:ext uri="{FF2B5EF4-FFF2-40B4-BE49-F238E27FC236}">
                <a16:creationId xmlns:a16="http://schemas.microsoft.com/office/drawing/2014/main" id="{C692B7EE-B7D0-4C5B-09C1-791EF19858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B8F8782-BD4A-F9F4-FDF5-2D559E80B2CF}"/>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3983475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52C75-5F86-2B94-FA08-3B80E248C6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878FF8E-8B40-D93C-2181-AC21F39031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249606-21BF-6FD6-88A8-ECD2859314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A8180F-89D5-0A35-1F09-D85074B187BC}"/>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6" name="Footer Placeholder 5">
            <a:extLst>
              <a:ext uri="{FF2B5EF4-FFF2-40B4-BE49-F238E27FC236}">
                <a16:creationId xmlns:a16="http://schemas.microsoft.com/office/drawing/2014/main" id="{A2537967-28A8-319D-E180-3684CF924D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4C0D03-3B70-C005-2E74-3695475DDACF}"/>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234353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BB091-E525-9DF6-1188-45CA0BC093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850D3F1-60AC-92CC-D30C-116E9FBC99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ABC487-ED12-38D1-533C-1E6EFA1E4D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BBF8E1-152C-EBB5-BDD3-5B25D69FA8BD}"/>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6" name="Footer Placeholder 5">
            <a:extLst>
              <a:ext uri="{FF2B5EF4-FFF2-40B4-BE49-F238E27FC236}">
                <a16:creationId xmlns:a16="http://schemas.microsoft.com/office/drawing/2014/main" id="{481CCAD8-95DC-900F-297D-6AF9606674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D1CFEA-3421-0174-5517-9AA7CA14BB78}"/>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1824743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C4425-9586-DF85-216D-2AC144F798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D6380A-014F-18F5-45D6-922CBEB682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C59248-FE98-F51C-C6E3-B34CB69F3F28}"/>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5" name="Footer Placeholder 4">
            <a:extLst>
              <a:ext uri="{FF2B5EF4-FFF2-40B4-BE49-F238E27FC236}">
                <a16:creationId xmlns:a16="http://schemas.microsoft.com/office/drawing/2014/main" id="{8C77BD24-3798-53D7-1D0C-09EFCA32DF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D5904A-F4AA-CCC7-0D5E-93CB04F6B9B0}"/>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768521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128722-E718-DAC2-5AF4-76C3CA591A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053F0E-A2DB-EE6D-99EB-1CE3B97B73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EC2509-2B8B-C049-F741-CE393BEE3EB4}"/>
              </a:ext>
            </a:extLst>
          </p:cNvPr>
          <p:cNvSpPr>
            <a:spLocks noGrp="1"/>
          </p:cNvSpPr>
          <p:nvPr>
            <p:ph type="dt" sz="half" idx="10"/>
          </p:nvPr>
        </p:nvSpPr>
        <p:spPr/>
        <p:txBody>
          <a:bodyPr/>
          <a:lstStyle/>
          <a:p>
            <a:fld id="{3BED4F3A-4A5E-4FF7-900E-9304E59037B6}" type="datetimeFigureOut">
              <a:rPr lang="en-IN" smtClean="0"/>
              <a:t>12-12-2025</a:t>
            </a:fld>
            <a:endParaRPr lang="en-IN"/>
          </a:p>
        </p:txBody>
      </p:sp>
      <p:sp>
        <p:nvSpPr>
          <p:cNvPr id="5" name="Footer Placeholder 4">
            <a:extLst>
              <a:ext uri="{FF2B5EF4-FFF2-40B4-BE49-F238E27FC236}">
                <a16:creationId xmlns:a16="http://schemas.microsoft.com/office/drawing/2014/main" id="{E79CE41C-7B11-1D44-B7BA-E29330265C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5588B7-E458-0496-0A83-82487E7FE71B}"/>
              </a:ext>
            </a:extLst>
          </p:cNvPr>
          <p:cNvSpPr>
            <a:spLocks noGrp="1"/>
          </p:cNvSpPr>
          <p:nvPr>
            <p:ph type="sldNum" sz="quarter" idx="12"/>
          </p:nvPr>
        </p:nvSpPr>
        <p:spPr/>
        <p:txBody>
          <a:bodyPr/>
          <a:lstStyle/>
          <a:p>
            <a:fld id="{35C75715-ED64-4F9E-8215-AE63F5957787}" type="slidenum">
              <a:rPr lang="en-IN" smtClean="0"/>
              <a:t>‹#›</a:t>
            </a:fld>
            <a:endParaRPr lang="en-IN"/>
          </a:p>
        </p:txBody>
      </p:sp>
    </p:spTree>
    <p:extLst>
      <p:ext uri="{BB962C8B-B14F-4D97-AF65-F5344CB8AC3E}">
        <p14:creationId xmlns:p14="http://schemas.microsoft.com/office/powerpoint/2010/main" val="3174109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980219-0D34-FB3E-F939-8ED226DEC7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B929AA-E39A-1EC8-85CD-58F8233D15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C15FFD-665A-21A3-7E04-23F3C76669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ED4F3A-4A5E-4FF7-900E-9304E59037B6}" type="datetimeFigureOut">
              <a:rPr lang="en-IN" smtClean="0"/>
              <a:t>12-12-2025</a:t>
            </a:fld>
            <a:endParaRPr lang="en-IN"/>
          </a:p>
        </p:txBody>
      </p:sp>
      <p:sp>
        <p:nvSpPr>
          <p:cNvPr id="5" name="Footer Placeholder 4">
            <a:extLst>
              <a:ext uri="{FF2B5EF4-FFF2-40B4-BE49-F238E27FC236}">
                <a16:creationId xmlns:a16="http://schemas.microsoft.com/office/drawing/2014/main" id="{8D89625F-232E-66B3-DBD3-8655A28680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8D5B7F9-175B-A2E2-C9EF-6080D16D9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C75715-ED64-4F9E-8215-AE63F5957787}" type="slidenum">
              <a:rPr lang="en-IN" smtClean="0"/>
              <a:t>‹#›</a:t>
            </a:fld>
            <a:endParaRPr lang="en-IN"/>
          </a:p>
        </p:txBody>
      </p:sp>
    </p:spTree>
    <p:extLst>
      <p:ext uri="{BB962C8B-B14F-4D97-AF65-F5344CB8AC3E}">
        <p14:creationId xmlns:p14="http://schemas.microsoft.com/office/powerpoint/2010/main" val="1065546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F418B-5614-EAEE-96E1-E9C566E1F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1EEC4-6CBD-F210-05A1-B07664E679FB}"/>
              </a:ext>
            </a:extLst>
          </p:cNvPr>
          <p:cNvSpPr>
            <a:spLocks noGrp="1"/>
          </p:cNvSpPr>
          <p:nvPr>
            <p:ph type="ctrTitle"/>
          </p:nvPr>
        </p:nvSpPr>
        <p:spPr>
          <a:xfrm>
            <a:off x="534256" y="1122362"/>
            <a:ext cx="10798140" cy="2555785"/>
          </a:xfrm>
        </p:spPr>
        <p:txBody>
          <a:bodyPr/>
          <a:lstStyle/>
          <a:p>
            <a:r>
              <a:rPr lang="en-IN" b="1" dirty="0">
                <a:solidFill>
                  <a:srgbClr val="FF0000"/>
                </a:solidFill>
                <a:latin typeface="Arial Black" panose="020B0A04020102020204" pitchFamily="34" charset="0"/>
              </a:rPr>
              <a:t>ADA BOOST ALGORITHM</a:t>
            </a:r>
          </a:p>
        </p:txBody>
      </p:sp>
    </p:spTree>
    <p:extLst>
      <p:ext uri="{BB962C8B-B14F-4D97-AF65-F5344CB8AC3E}">
        <p14:creationId xmlns:p14="http://schemas.microsoft.com/office/powerpoint/2010/main" val="660031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DF236-0E49-59DF-6F1E-9433E8A0A0DA}"/>
              </a:ext>
            </a:extLst>
          </p:cNvPr>
          <p:cNvSpPr>
            <a:spLocks noGrp="1"/>
          </p:cNvSpPr>
          <p:nvPr>
            <p:ph type="ctrTitle"/>
          </p:nvPr>
        </p:nvSpPr>
        <p:spPr>
          <a:xfrm>
            <a:off x="308224" y="1243174"/>
            <a:ext cx="11702265" cy="3380198"/>
          </a:xfrm>
        </p:spPr>
        <p:txBody>
          <a:bodyPr>
            <a:normAutofit/>
          </a:bodyPr>
          <a:lstStyle/>
          <a:p>
            <a:pPr algn="l"/>
            <a:r>
              <a:rPr lang="en-IN" sz="3200" dirty="0">
                <a:latin typeface="+mn-lt"/>
              </a:rPr>
              <a:t>AdaBoost (Adaptive Boosting) is a powerful </a:t>
            </a:r>
            <a:r>
              <a:rPr lang="en-IN" sz="3200" b="1" dirty="0">
                <a:latin typeface="+mn-lt"/>
              </a:rPr>
              <a:t>ensemble machine learning algorithm</a:t>
            </a:r>
            <a:r>
              <a:rPr lang="en-IN" sz="3200" dirty="0">
                <a:latin typeface="+mn-lt"/>
              </a:rPr>
              <a:t> that combines multiple simple "weak learners" (like shallow decision trees, or "stumps") sequentially to create one strong, accurate "strong learner" for classification or regression, primarily by focusing on errors</a:t>
            </a:r>
            <a:br>
              <a:rPr lang="en-IN" sz="3200" dirty="0">
                <a:latin typeface="+mn-lt"/>
              </a:rPr>
            </a:br>
            <a:endParaRPr lang="en-IN" sz="3200" dirty="0">
              <a:latin typeface="+mn-lt"/>
            </a:endParaRPr>
          </a:p>
        </p:txBody>
      </p:sp>
    </p:spTree>
    <p:extLst>
      <p:ext uri="{BB962C8B-B14F-4D97-AF65-F5344CB8AC3E}">
        <p14:creationId xmlns:p14="http://schemas.microsoft.com/office/powerpoint/2010/main" val="605185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69CE6-D555-25E2-AB4E-547E35FFA17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FDF7B1E-1CE2-B93D-F119-AF6528193B7A}"/>
              </a:ext>
            </a:extLst>
          </p:cNvPr>
          <p:cNvPicPr>
            <a:picLocks noChangeAspect="1"/>
          </p:cNvPicPr>
          <p:nvPr/>
        </p:nvPicPr>
        <p:blipFill>
          <a:blip r:embed="rId2"/>
          <a:stretch>
            <a:fillRect/>
          </a:stretch>
        </p:blipFill>
        <p:spPr>
          <a:xfrm>
            <a:off x="2116476" y="82193"/>
            <a:ext cx="7798086" cy="6775807"/>
          </a:xfrm>
          <a:prstGeom prst="rect">
            <a:avLst/>
          </a:prstGeom>
        </p:spPr>
      </p:pic>
    </p:spTree>
    <p:extLst>
      <p:ext uri="{BB962C8B-B14F-4D97-AF65-F5344CB8AC3E}">
        <p14:creationId xmlns:p14="http://schemas.microsoft.com/office/powerpoint/2010/main" val="790622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49B50-5D2A-D391-AC32-35270F4D8B3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654C452-EAE2-4524-EEB6-4513DEC095B9}"/>
              </a:ext>
            </a:extLst>
          </p:cNvPr>
          <p:cNvSpPr>
            <a:spLocks noGrp="1"/>
          </p:cNvSpPr>
          <p:nvPr>
            <p:ph type="subTitle" idx="1"/>
          </p:nvPr>
        </p:nvSpPr>
        <p:spPr>
          <a:xfrm>
            <a:off x="267127" y="287675"/>
            <a:ext cx="11702265" cy="6339155"/>
          </a:xfrm>
        </p:spPr>
        <p:txBody>
          <a:bodyPr/>
          <a:lstStyle/>
          <a:p>
            <a:pPr algn="l"/>
            <a:r>
              <a:rPr lang="en-IN" b="1" dirty="0"/>
              <a:t>How AdaBoost Works (The Core Idea)</a:t>
            </a:r>
          </a:p>
          <a:p>
            <a:pPr algn="l"/>
            <a:endParaRPr lang="en-IN" dirty="0"/>
          </a:p>
          <a:p>
            <a:pPr marL="457200" lvl="0" indent="-457200" algn="l">
              <a:buFont typeface="+mj-lt"/>
              <a:buAutoNum type="arabicPeriod"/>
            </a:pPr>
            <a:r>
              <a:rPr lang="en-IN" b="1" dirty="0"/>
              <a:t>Initial Weights:</a:t>
            </a:r>
            <a:r>
              <a:rPr lang="en-IN" dirty="0"/>
              <a:t> All data points start with equal importance (weight).</a:t>
            </a:r>
          </a:p>
          <a:p>
            <a:pPr marL="457200" lvl="0" indent="-457200" algn="l">
              <a:buFont typeface="+mj-lt"/>
              <a:buAutoNum type="arabicPeriod"/>
            </a:pPr>
            <a:r>
              <a:rPr lang="en-IN" b="1" dirty="0"/>
              <a:t>Sequential Training:</a:t>
            </a:r>
            <a:r>
              <a:rPr lang="en-IN" dirty="0"/>
              <a:t> A "weak" model (stump) is trained to classify the data.</a:t>
            </a:r>
          </a:p>
          <a:p>
            <a:pPr marL="457200" lvl="0" indent="-457200" algn="l">
              <a:buFont typeface="+mj-lt"/>
              <a:buAutoNum type="arabicPeriod"/>
            </a:pPr>
            <a:r>
              <a:rPr lang="en-IN" b="1" dirty="0"/>
              <a:t>Error Focus:</a:t>
            </a:r>
            <a:r>
              <a:rPr lang="en-IN" dirty="0"/>
              <a:t> The algorithm calculates which points were misclassified and </a:t>
            </a:r>
            <a:r>
              <a:rPr lang="en-IN" b="1" dirty="0"/>
              <a:t>increases the weights</a:t>
            </a:r>
            <a:r>
              <a:rPr lang="en-IN" dirty="0"/>
              <a:t> of those errors.</a:t>
            </a:r>
          </a:p>
          <a:p>
            <a:pPr marL="457200" lvl="0" indent="-457200" algn="l">
              <a:buFont typeface="+mj-lt"/>
              <a:buAutoNum type="arabicPeriod"/>
            </a:pPr>
            <a:r>
              <a:rPr lang="en-IN" b="1" dirty="0"/>
              <a:t>Adaptation:</a:t>
            </a:r>
            <a:r>
              <a:rPr lang="en-IN" dirty="0"/>
              <a:t> The next stump is trained to pay more attention to these higher-weighted, previously misclassified points.</a:t>
            </a:r>
          </a:p>
          <a:p>
            <a:pPr marL="457200" lvl="0" indent="-457200" algn="l">
              <a:buFont typeface="+mj-lt"/>
              <a:buAutoNum type="arabicPeriod"/>
            </a:pPr>
            <a:r>
              <a:rPr lang="en-IN" b="1" dirty="0"/>
              <a:t>Weighted Voting:</a:t>
            </a:r>
            <a:r>
              <a:rPr lang="en-IN" dirty="0"/>
              <a:t> Each weak learner's prediction is combined using a weighted vote, giving more influence to better-performing models.</a:t>
            </a:r>
          </a:p>
          <a:p>
            <a:pPr marL="457200" lvl="0" indent="-457200" algn="l">
              <a:buFont typeface="+mj-lt"/>
              <a:buAutoNum type="arabicPeriod"/>
            </a:pPr>
            <a:r>
              <a:rPr lang="en-IN" b="1" dirty="0"/>
              <a:t>Strong Learner:</a:t>
            </a:r>
            <a:r>
              <a:rPr lang="en-IN" dirty="0"/>
              <a:t> This iterative process of learning from mistakes builds a robust final model. </a:t>
            </a:r>
          </a:p>
          <a:p>
            <a:pPr algn="l"/>
            <a:endParaRPr lang="en-IN" dirty="0"/>
          </a:p>
        </p:txBody>
      </p:sp>
    </p:spTree>
    <p:extLst>
      <p:ext uri="{BB962C8B-B14F-4D97-AF65-F5344CB8AC3E}">
        <p14:creationId xmlns:p14="http://schemas.microsoft.com/office/powerpoint/2010/main" val="596238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61C7D-C8CA-60D9-4B80-A11F40951F0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C6558C8-C524-3059-D144-02CDC022520E}"/>
              </a:ext>
            </a:extLst>
          </p:cNvPr>
          <p:cNvPicPr>
            <a:picLocks noChangeAspect="1"/>
          </p:cNvPicPr>
          <p:nvPr/>
        </p:nvPicPr>
        <p:blipFill>
          <a:blip r:embed="rId2"/>
          <a:stretch>
            <a:fillRect/>
          </a:stretch>
        </p:blipFill>
        <p:spPr>
          <a:xfrm>
            <a:off x="224711" y="647273"/>
            <a:ext cx="11742577" cy="4926955"/>
          </a:xfrm>
          <a:prstGeom prst="rect">
            <a:avLst/>
          </a:prstGeom>
        </p:spPr>
      </p:pic>
    </p:spTree>
    <p:extLst>
      <p:ext uri="{BB962C8B-B14F-4D97-AF65-F5344CB8AC3E}">
        <p14:creationId xmlns:p14="http://schemas.microsoft.com/office/powerpoint/2010/main" val="965403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168</Words>
  <Application>Microsoft Office PowerPoint</Application>
  <PresentationFormat>Widescreen</PresentationFormat>
  <Paragraphs>10</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Arial Black</vt:lpstr>
      <vt:lpstr>Calibri</vt:lpstr>
      <vt:lpstr>Calibri Light</vt:lpstr>
      <vt:lpstr>Office Theme</vt:lpstr>
      <vt:lpstr>ADA BOOST ALGORITHM</vt:lpstr>
      <vt:lpstr>AdaBoost (Adaptive Boosting) is a powerful ensemble machine learning algorithm that combines multiple simple "weak learners" (like shallow decision trees, or "stumps") sequentially to create one strong, accurate "strong learner" for classification or regression, primarily by focusing on errors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vasan S</dc:creator>
  <cp:lastModifiedBy>Deepak vasan S</cp:lastModifiedBy>
  <cp:revision>1</cp:revision>
  <dcterms:created xsi:type="dcterms:W3CDTF">2025-12-12T09:46:37Z</dcterms:created>
  <dcterms:modified xsi:type="dcterms:W3CDTF">2025-12-12T10:32:56Z</dcterms:modified>
</cp:coreProperties>
</file>